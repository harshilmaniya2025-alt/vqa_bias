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0"/>
            <a:ext cx="18288000" cy="10281859"/>
          </a:xfrm>
          <a:custGeom>
            <a:avLst/>
            <a:gdLst/>
            <a:ahLst/>
            <a:cxnLst/>
            <a:rect r="r" b="b" t="t" l="l"/>
            <a:pathLst>
              <a:path h="10281859" w="18288000">
                <a:moveTo>
                  <a:pt x="0" y="0"/>
                </a:moveTo>
                <a:lnTo>
                  <a:pt x="18288000" y="0"/>
                </a:lnTo>
                <a:lnTo>
                  <a:pt x="18288000" y="10281860"/>
                </a:lnTo>
                <a:lnTo>
                  <a:pt x="0" y="1028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0"/>
            <a:ext cx="18288000" cy="10281859"/>
          </a:xfrm>
          <a:custGeom>
            <a:avLst/>
            <a:gdLst/>
            <a:ahLst/>
            <a:cxnLst/>
            <a:rect r="r" b="b" t="t" l="l"/>
            <a:pathLst>
              <a:path h="10281859" w="18288000">
                <a:moveTo>
                  <a:pt x="0" y="0"/>
                </a:moveTo>
                <a:lnTo>
                  <a:pt x="18288000" y="0"/>
                </a:lnTo>
                <a:lnTo>
                  <a:pt x="18288000" y="10281860"/>
                </a:lnTo>
                <a:lnTo>
                  <a:pt x="0" y="1028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535" y="1341514"/>
            <a:ext cx="13524930" cy="7603971"/>
          </a:xfrm>
          <a:custGeom>
            <a:avLst/>
            <a:gdLst/>
            <a:ahLst/>
            <a:cxnLst/>
            <a:rect r="r" b="b" t="t" l="l"/>
            <a:pathLst>
              <a:path h="7603971" w="13524930">
                <a:moveTo>
                  <a:pt x="0" y="0"/>
                </a:moveTo>
                <a:lnTo>
                  <a:pt x="13524930" y="0"/>
                </a:lnTo>
                <a:lnTo>
                  <a:pt x="13524930" y="7603972"/>
                </a:lnTo>
                <a:lnTo>
                  <a:pt x="0" y="7603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6" t="0" r="-686" b="-132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0"/>
            <a:ext cx="18288000" cy="10281859"/>
          </a:xfrm>
          <a:custGeom>
            <a:avLst/>
            <a:gdLst/>
            <a:ahLst/>
            <a:cxnLst/>
            <a:rect r="r" b="b" t="t" l="l"/>
            <a:pathLst>
              <a:path h="10281859" w="18288000">
                <a:moveTo>
                  <a:pt x="0" y="0"/>
                </a:moveTo>
                <a:lnTo>
                  <a:pt x="18288000" y="0"/>
                </a:lnTo>
                <a:lnTo>
                  <a:pt x="18288000" y="10281860"/>
                </a:lnTo>
                <a:lnTo>
                  <a:pt x="0" y="1028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535" y="1341514"/>
            <a:ext cx="13524930" cy="7603971"/>
          </a:xfrm>
          <a:custGeom>
            <a:avLst/>
            <a:gdLst/>
            <a:ahLst/>
            <a:cxnLst/>
            <a:rect r="r" b="b" t="t" l="l"/>
            <a:pathLst>
              <a:path h="7603971" w="13524930">
                <a:moveTo>
                  <a:pt x="0" y="0"/>
                </a:moveTo>
                <a:lnTo>
                  <a:pt x="13524930" y="0"/>
                </a:lnTo>
                <a:lnTo>
                  <a:pt x="13524930" y="7603972"/>
                </a:lnTo>
                <a:lnTo>
                  <a:pt x="0" y="7603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522512"/>
          </a:xfrm>
          <a:custGeom>
            <a:avLst/>
            <a:gdLst/>
            <a:ahLst/>
            <a:cxnLst/>
            <a:rect r="r" b="b" t="t" l="l"/>
            <a:pathLst>
              <a:path h="10522512" w="18288000">
                <a:moveTo>
                  <a:pt x="0" y="0"/>
                </a:moveTo>
                <a:lnTo>
                  <a:pt x="18288000" y="0"/>
                </a:lnTo>
                <a:lnTo>
                  <a:pt x="18288000" y="10522512"/>
                </a:lnTo>
                <a:lnTo>
                  <a:pt x="0" y="10522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70" t="0" r="-117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0"/>
            <a:ext cx="18288000" cy="10281859"/>
          </a:xfrm>
          <a:custGeom>
            <a:avLst/>
            <a:gdLst/>
            <a:ahLst/>
            <a:cxnLst/>
            <a:rect r="r" b="b" t="t" l="l"/>
            <a:pathLst>
              <a:path h="10281859" w="18288000">
                <a:moveTo>
                  <a:pt x="0" y="0"/>
                </a:moveTo>
                <a:lnTo>
                  <a:pt x="18288000" y="0"/>
                </a:lnTo>
                <a:lnTo>
                  <a:pt x="18288000" y="10281860"/>
                </a:lnTo>
                <a:lnTo>
                  <a:pt x="0" y="1028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0"/>
            <a:ext cx="18292572" cy="10284430"/>
          </a:xfrm>
          <a:custGeom>
            <a:avLst/>
            <a:gdLst/>
            <a:ahLst/>
            <a:cxnLst/>
            <a:rect r="r" b="b" t="t" l="l"/>
            <a:pathLst>
              <a:path h="10284430" w="18292572">
                <a:moveTo>
                  <a:pt x="0" y="0"/>
                </a:moveTo>
                <a:lnTo>
                  <a:pt x="18292572" y="0"/>
                </a:lnTo>
                <a:lnTo>
                  <a:pt x="18292572" y="10284430"/>
                </a:lnTo>
                <a:lnTo>
                  <a:pt x="0" y="10284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2" y="0"/>
            <a:ext cx="18292572" cy="10284430"/>
          </a:xfrm>
          <a:custGeom>
            <a:avLst/>
            <a:gdLst/>
            <a:ahLst/>
            <a:cxnLst/>
            <a:rect r="r" b="b" t="t" l="l"/>
            <a:pathLst>
              <a:path h="10284430" w="18292572">
                <a:moveTo>
                  <a:pt x="0" y="0"/>
                </a:moveTo>
                <a:lnTo>
                  <a:pt x="18292572" y="0"/>
                </a:lnTo>
                <a:lnTo>
                  <a:pt x="18292572" y="10284430"/>
                </a:lnTo>
                <a:lnTo>
                  <a:pt x="0" y="10284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384" y="444274"/>
            <a:ext cx="16930972" cy="9518913"/>
          </a:xfrm>
          <a:custGeom>
            <a:avLst/>
            <a:gdLst/>
            <a:ahLst/>
            <a:cxnLst/>
            <a:rect r="r" b="b" t="t" l="l"/>
            <a:pathLst>
              <a:path h="9518913" w="16930972">
                <a:moveTo>
                  <a:pt x="0" y="0"/>
                </a:moveTo>
                <a:lnTo>
                  <a:pt x="16930973" y="0"/>
                </a:lnTo>
                <a:lnTo>
                  <a:pt x="16930973" y="9518912"/>
                </a:lnTo>
                <a:lnTo>
                  <a:pt x="0" y="9518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47"/>
            <a:ext cx="18213051" cy="10239721"/>
          </a:xfrm>
          <a:custGeom>
            <a:avLst/>
            <a:gdLst/>
            <a:ahLst/>
            <a:cxnLst/>
            <a:rect r="r" b="b" t="t" l="l"/>
            <a:pathLst>
              <a:path h="10239721" w="18213051">
                <a:moveTo>
                  <a:pt x="0" y="0"/>
                </a:moveTo>
                <a:lnTo>
                  <a:pt x="18213051" y="0"/>
                </a:lnTo>
                <a:lnTo>
                  <a:pt x="18213051" y="10239721"/>
                </a:lnTo>
                <a:lnTo>
                  <a:pt x="0" y="1023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0"/>
            <a:ext cx="18288000" cy="10281859"/>
          </a:xfrm>
          <a:custGeom>
            <a:avLst/>
            <a:gdLst/>
            <a:ahLst/>
            <a:cxnLst/>
            <a:rect r="r" b="b" t="t" l="l"/>
            <a:pathLst>
              <a:path h="10281859" w="18288000">
                <a:moveTo>
                  <a:pt x="0" y="0"/>
                </a:moveTo>
                <a:lnTo>
                  <a:pt x="18288000" y="0"/>
                </a:lnTo>
                <a:lnTo>
                  <a:pt x="18288000" y="10281860"/>
                </a:lnTo>
                <a:lnTo>
                  <a:pt x="0" y="1028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DAHNzS_FbV4</dc:identifier>
  <dcterms:modified xsi:type="dcterms:W3CDTF">2011-08-01T06:04:30Z</dcterms:modified>
  <cp:revision>1</cp:revision>
  <dc:title>ML_Pro</dc:title>
</cp:coreProperties>
</file>